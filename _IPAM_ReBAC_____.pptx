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開場：這不是一個已經決定要做的專案，是去聽了 DevOps Day 2026 的 ReBAC/OpenFGA workshop 之後，回頭反思我們 IPAM 系統的一次分享。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五個部分：先看IPAM現況，再介紹OpenFGA怎麼運作，接著看套用在IPAM上可能改善什麼，示範DSL怎麼寫，最後誠實談還沒有答案的問題。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認證只回答這個人是誰。授權分兩層：Layer1 API入口控制是 scope-based，Layer2 資源列表過濾是 group-based row-level security，另外還有 admin bypass 略過檢查。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轉場：聽完研討會，如果把這套概念套進 IPAM，會怎樣？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三個概念：tuple 存關係，model 定義 relation 怎麼組合，check() 一次查詢就得到 true/false。用 IPAM 相關的例子示範。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核心觀察：OpenFGA 值得研究的方向，是解決 IPAM 授權的 SQL 複雜度與擴展性問題，尤其是 permissionSQLProvider 的 27 個 SQL 片段跟 GroupRepository 職責這兩個痛點。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permissionSQLProvider 裡有27個SQL片段，分散難以維護。如果用ReBAC，這些關係查詢收斂成一個check()呼叫，複雜度由引擎處理。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GroupRepository 同時承擔群組CRUD跟全系統的row-level security查詢，13個allow方法。ReBAC把model跟tuple分開，policy改了程式碼不用動。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另外三點比較次要，簡短提一下就好：admin bypass分散、稽核反查做不到、最小授權單位卡在group。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關鍵一行DSL：owner同時允許user跟group#member。兩種授權方式並存，部門授權跟個人直接授權都可以，引擎同時檢查兩條路徑。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這是假設性的思考，不是我們已經決定的取捨。group對一對多情境仍是最自然的表達，ReBAC只是多了一個選項。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核心觀察：這只是初步反思，OpenFGA尚未在系統上導入。還有很多待評估的問題：怎麼漸進導入、SQLProvider怎麼retire、時程跟人力都還沒有答案。歡迎討論，Q&amp;A。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52500"/>
            <a:ext cx="724942" cy="23857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81075"/>
            <a:ext cx="610642" cy="219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研討會反思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1925092" y="952500"/>
            <a:ext cx="586680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867" y="990600"/>
            <a:ext cx="45333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REBAC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2664172" y="952500"/>
            <a:ext cx="743545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8947" y="990600"/>
            <a:ext cx="610195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47750" y="3704481"/>
            <a:ext cx="1667827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405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從一場研討會，回頭看 IPAM 的權限設計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47750" y="5287714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 2026 ReBAC × OpenFGA 工作坊，一次系統反思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47750" y="839152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8639175"/>
            <a:ext cx="1422558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去聽了 DevOps Day 2026 的 ReBAC/OpenFGA workshop，回來想跟大家分享：如果把這個概念套進我們的 IPAM 系統，會看到什麼。OpenFGA 目前還沒有導入，這只是初步反思。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6017329" y="8705850"/>
            <a:ext cx="1383313" cy="3923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分鐘分享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今天講什麼？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2672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832943"/>
            <a:ext cx="320611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47750" y="3672929"/>
            <a:ext cx="32061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現況速覽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" y="4230142"/>
            <a:ext cx="32061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057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91050" y="2832943"/>
            <a:ext cx="287083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591050" y="3672929"/>
            <a:ext cx="28708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591050" y="4230142"/>
            <a:ext cx="2688145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tuple、model、check() 三個概念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442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829550" y="2832943"/>
            <a:ext cx="287083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829550" y="3672929"/>
            <a:ext cx="268814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套用在 IPAM，可能改善什麼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829550" y="4673054"/>
            <a:ext cx="28708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本場核心，兩個主要痛點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9827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68050" y="2832943"/>
            <a:ext cx="287083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1068050" y="3672929"/>
            <a:ext cx="287083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DSL 示範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068050" y="4230142"/>
            <a:ext cx="287083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規則實際怎麼寫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306550" y="2832943"/>
            <a:ext cx="322707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400"/>
              </a:lnSpc>
              <a:buNone/>
            </a:pPr>
            <a:r>
              <a:rPr lang="en-US" sz="33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4306550" y="3672929"/>
            <a:ext cx="322707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取捨與待評估的問題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4306550" y="4230142"/>
            <a:ext cx="322707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還沒有答案的部分 + Q&amp;A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現況速覽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現在怎麼做權限？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293"/>
            <a:ext cx="156972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認證只回答「這個人是誰」——User 走 TSSO JWT + Token Exchange，Service Account 走 Client Credentials。授權才是今天的重點：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351874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3537793"/>
            <a:ext cx="19050" cy="519618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928318"/>
            <a:ext cx="537418" cy="21952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956893"/>
            <a:ext cx="42311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047750" y="4376440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入口控制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47750" y="5157490"/>
            <a:ext cx="777011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Scope-based：JWT 內嵌 scope（如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ip-address:read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），決定你能呼叫哪些 API。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677400" y="3928318"/>
            <a:ext cx="542181" cy="21952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13" name="Text 11"/>
          <p:cNvSpPr/>
          <p:nvPr/>
        </p:nvSpPr>
        <p:spPr>
          <a:xfrm>
            <a:off x="9772650" y="3956893"/>
            <a:ext cx="42788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9677400" y="4376440"/>
            <a:ext cx="83191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資源列表過濾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77400" y="5157490"/>
            <a:ext cx="778973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Group-based Row-level Security：User ↔ groups ↔ subnet／IP，多對多關係鏈，決定這個人能不能動這一個具體資源。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733979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9172129"/>
            <a:ext cx="423416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525" y="9210229"/>
            <a:ext cx="290066" cy="200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另外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699766" y="9019729"/>
            <a:ext cx="1077021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還有 Admin Bypass：持有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ip:admin </a:t>
            </a:r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這類 scope 的人，會略過上面的檢查。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055864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研討會啟發的問題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4638675"/>
            <a:ext cx="16678275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92"/>
              </a:lnSpc>
              <a:buNone/>
            </a:pPr>
            <a:r>
              <a:rPr lang="en-US" sz="5700" b="1" spc="-8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如果換一套模型， 會是什麼樣子？</a:t>
            </a:r>
            <a:endParaRPr lang="en-US" sz="5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OPENFGA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怎麼運作權限？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24950" y="2470993"/>
            <a:ext cx="19050" cy="705400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470993"/>
            <a:ext cx="796082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525" y="2509093"/>
            <a:ext cx="662732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Tuple：關係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047750" y="2861965"/>
            <a:ext cx="82981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(user, relation, object)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3368576"/>
            <a:ext cx="7543800" cy="1279922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0" name="Text 8"/>
          <p:cNvSpPr/>
          <p:nvPr/>
        </p:nvSpPr>
        <p:spPr>
          <a:xfrm>
            <a:off x="1314450" y="3597176"/>
            <a:ext cx="7236714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user:alice, viewer, document:readme group:ISED-08#member, owner, subnet:10.0.0.0/24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7750" y="4953298"/>
            <a:ext cx="1295549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525" y="4991398"/>
            <a:ext cx="1162199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Model：type definition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1047750" y="5344269"/>
            <a:ext cx="7543800" cy="2102644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14450" y="5572869"/>
            <a:ext cx="7236714" cy="1683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ip_address relations define owner: [group] define viewer: owner or viewer from owner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77400" y="4670971"/>
            <a:ext cx="7562850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6" name="Text 14"/>
          <p:cNvSpPr/>
          <p:nvPr/>
        </p:nvSpPr>
        <p:spPr>
          <a:xfrm>
            <a:off x="9772650" y="4699546"/>
            <a:ext cx="7599236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Check：一次查詢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9677400" y="5119092"/>
            <a:ext cx="7789736" cy="110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27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check(user, relation, object) → true / false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77400" y="6410623"/>
            <a:ext cx="778973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授權查詢只要呼叫這一行，關係怎麼組合、怎麼查，都由引擎在 model 裡處理，不用自己寫 join。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3437632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值得研究的方向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4020443"/>
            <a:ext cx="16187738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4500" b="1" spc="-67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或許能解決 IPAM 授權的 </a:t>
            </a:r>
            <a:pPr algn="l" indent="0" marL="0">
              <a:lnSpc>
                <a:spcPct val="113043"/>
              </a:lnSpc>
              <a:buNone/>
            </a:pPr>
            <a:r>
              <a:rPr lang="en-US" sz="4500" b="1" spc="-6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複雜度與擴展性</a:t>
            </a:r>
            <a:pPr algn="l" indent="0" marL="0">
              <a:lnSpc>
                <a:spcPct val="113043"/>
              </a:lnSpc>
              <a:buNone/>
            </a:pPr>
            <a:r>
              <a:rPr lang="en-US" sz="4500" b="1" spc="-67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5887343"/>
            <a:ext cx="16187738" cy="1190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尤其是 </a:t>
            </a:r>
            <a:pPr algn="l" indent="0" marL="0">
              <a:lnSpc>
                <a:spcPct val="13333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permissionSQLProvider 的 27 個 SQL 片段</a:t>
            </a:r>
            <a:pPr algn="l" indent="0" marL="0">
              <a:lnSpc>
                <a:spcPct val="13333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，跟 </a:t>
            </a:r>
            <a:pPr algn="l" indent="0" marL="0">
              <a:lnSpc>
                <a:spcPct val="133333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GroupRepository 職責過重 </a:t>
            </a:r>
            <a:pPr algn="l" indent="0" marL="0">
              <a:lnSpc>
                <a:spcPct val="13333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這兩個痛點。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值得研究的方向 — 痛點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permissionSQLProvider：27 個 SQL 片段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2495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871043"/>
            <a:ext cx="423416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909143"/>
            <a:ext cx="290066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47750" y="3338215"/>
            <a:ext cx="829818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1047750" y="4633615"/>
            <a:ext cx="777011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 SQL 片段分散在 permissionSQLProvider 裡，每加一種資源類型或授權路徑，就要再寫一段。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77400" y="2880568"/>
            <a:ext cx="897731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2" name="Text 10"/>
          <p:cNvSpPr/>
          <p:nvPr/>
        </p:nvSpPr>
        <p:spPr>
          <a:xfrm>
            <a:off x="9772650" y="2909143"/>
            <a:ext cx="78343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677400" y="3328690"/>
            <a:ext cx="7789736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54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check(user, can_read, ip_address:10.0.0.5) → true / false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77400" y="4502051"/>
            <a:ext cx="778973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關係怎麼組合、怎麼查，交給 model 定義跟引擎處理，程式碼裡只留一個 check() 呼叫。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值得研究的方向 — 痛點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GroupRepository：職責過重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2495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871043"/>
            <a:ext cx="423416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52525" y="2909143"/>
            <a:ext cx="290066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47750" y="3338215"/>
            <a:ext cx="777011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同時承擔群組 CRUD，加上全系統所有資源類型的 Row-level Security 查詢—— </a:t>
            </a:r>
            <a:pPr algn="l" indent="0" marL="0">
              <a:lnSpc>
                <a:spcPct val="141176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個 allow_xxx 方法 </a:t>
            </a:r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都掛在同一個 repository 上。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47750" y="4900315"/>
            <a:ext cx="777011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政策要改，就要回頭改對應的 allow 方法跟它背後的 SQL。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77400" y="2880568"/>
            <a:ext cx="897731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2" name="Text 10"/>
          <p:cNvSpPr/>
          <p:nvPr/>
        </p:nvSpPr>
        <p:spPr>
          <a:xfrm>
            <a:off x="9772650" y="2909143"/>
            <a:ext cx="783431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677400" y="3328690"/>
            <a:ext cx="7789736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Model（關係怎麼組合）跟 Tuple（實際資料）分開存放，App 只呼叫 </a:t>
            </a:r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check(user, "can_edit", doc) </a:t>
            </a:r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，不呼叫原始 relation。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677400" y="4890790"/>
            <a:ext cx="77897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政策改了，model 跟著改，但呼叫端的程式碼不用動。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其他值得觀察的點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還有三個比較次要的點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26101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832943"/>
            <a:ext cx="549708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Bypass 分散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3575893"/>
            <a:ext cx="514727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現在分散在 7 處 permission helper。ReBAC 裡可以收斂成 model 裡的一條 relation。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2365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26151" y="2832943"/>
            <a:ext cx="50781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稽核反查做不到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26151" y="3575893"/>
            <a:ext cx="475499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現在無法直接查出「這個 IP 誰有存取權限」。OpenFGA 有 ListObjects、Expand 這類反向查詢工具。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23700" y="2832943"/>
            <a:ext cx="551820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最小授權單位卡在 Group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223700" y="3575893"/>
            <a:ext cx="5167046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現在只能授權到 group，不能只針對單一 resource。ReBAC 可以讓直接授權跟群組授權並存。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DSL 示範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規則實際怎麼寫？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80518"/>
            <a:ext cx="851892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09093"/>
            <a:ext cx="737592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關鍵一行 DSL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1047750" y="2890540"/>
            <a:ext cx="6858000" cy="2552551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8" name="Text 6"/>
          <p:cNvSpPr/>
          <p:nvPr/>
        </p:nvSpPr>
        <p:spPr>
          <a:xfrm>
            <a:off x="1390650" y="3195340"/>
            <a:ext cx="6377940" cy="1981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subnet relations define owner: [user, group#member] define can_write: owner define can_read: owner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5671691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中括號裡列的是這個關係允許的「授權對象型別」——同時允許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group#member </a:t>
            </a:r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39150" y="2470993"/>
            <a:ext cx="19050" cy="705400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991600" y="2470993"/>
            <a:ext cx="8248650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6375" y="2509093"/>
            <a:ext cx="8286560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兩種授權方式並存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8991600" y="2938165"/>
            <a:ext cx="90735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部門授權（原有方式）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991600" y="3457277"/>
            <a:ext cx="907351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subnet:10.0.0.0/8#owner@group:ISED-01#member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991600" y="3917305"/>
            <a:ext cx="90735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部門裡所有人都自動繼承這個權限。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91600" y="4500116"/>
            <a:ext cx="907351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個人直接授權（新增能力）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991600" y="5019229"/>
            <a:ext cx="907351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subnet:10.0.0.0/8#owner@user:alice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991600" y="5479256"/>
            <a:ext cx="90735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直接把權限給某一個人，完全不用經過任何 group。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91600" y="6062067"/>
            <a:ext cx="82486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991600" y="6309717"/>
            <a:ext cx="9073515" cy="451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Check(alice, can_write, subnet:10.0.0.0/8)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991600" y="6951613"/>
            <a:ext cx="907351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引擎會同時檢查兩條路徑，不用自己在程式碼裡判斷。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取捨（假設性思考）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不是說原本設計錯了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4245322"/>
            <a:ext cx="16187738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部門對 subnet 這種一對多的情境，group 仍然是最自然的表達方式，ReBAC 也還是靠 group 這個概念在運作。差別只在於：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5769322"/>
            <a:ext cx="16187738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現在的架構把「一定要透過 group」變成了唯一選項，ReBAC 把它變成了兩個選項之一——多了直接授權給單一 user 這條路，不用再靠生殼 group 硬湊。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47750" y="7293322"/>
            <a:ext cx="1618773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以上都是根據研討會內容的推論，我們還沒有實際驗證過導入的效果。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67"/>
              </a:lnSpc>
              <a:buNone/>
            </a:pPr>
            <a:r>
              <a:rPr lang="en-US" sz="3900" b="1" spc="-5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這值得我們評估嗎？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692214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4464248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4826198"/>
            <a:ext cx="19050" cy="1753046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4835723"/>
            <a:ext cx="618083" cy="21952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864298"/>
            <a:ext cx="503783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核心觀察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047750" y="5207645"/>
            <a:ext cx="777011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尚未在 IPAM 上導入，這次分享只是聽完研討會後的初步反思——如果套用，最值得期待的是解決 SQL 複雜度跟 GroupRepository 職責過重的問題。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77400" y="4826198"/>
            <a:ext cx="1064568" cy="23857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2175" y="4864298"/>
            <a:ext cx="931218" cy="200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spc="17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還沒有答案的問題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9677400" y="5217170"/>
            <a:ext cx="778973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要怎麼漸進導入、permissionSQLProvider 怎麼 retire、需要多少時間跟人力——這些都還沒有評估。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47750" y="8934450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謝謝大家，歡迎討論、有問題儘管問！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2026-08-06T16:07:27Z</dcterms:created>
  <dcterms:modified xsi:type="dcterms:W3CDTF">2026-08-06T16:07:27Z</dcterms:modified>
</cp:coreProperties>
</file>