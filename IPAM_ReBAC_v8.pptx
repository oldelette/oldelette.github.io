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57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 DevOps Day，如果把這套概念套進 IPAM，會怎樣？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改一條Model規則,會不會把不該開的權限開放出去？OpenFGA CLI 有model test指令,概念跟單元測試很像:定義測試案例驗證Model行為。例如:Alice是ISED-01 member,ISED-01管理Subnet A,預期Check(Alice, writer, Subnet A)→true;Bob不屬於ISED-01,預期Check(Bob, writer, Subnet A)→false。也可以測ListUsers(Subnet A, writer)→Alice,驗證writer名單是否符合預期。如果有人改了Model不小心放寬了權限,這些測試就有機會直接抓出來。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如果這8條授權路徑都能用OpenFGA的Relationship Model表達，就可以把「誰跟誰有什麼關係」集中定義在Model裡。之後Application不需要自己知道這個權限是從Group、Subnet還是Section哪一條路徑來的，只要問OpenFGA一個問題：Alice可以讀這個IP嗎？Check(user:alice, can_read, ip_address:10.0.0.5)，OpenFGA負責根據Model推導，回傳可以或不可以。所以真正想研究的不只是把SQL換成API，而是能不能把原本散落在SQL裡的授權邏輯，集中成一套Relationship Model。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頭補充反向查詢：現在不是查不到，而是要自己把不同授權路徑全部串起來。當授權路徑越來越多，SQL就會越來越複雜，也容易漏掉某一條路徑。更重要的是，稽核常常還會問「這個人為什麼有權限？」這時候就得再回頭分析整條授權鏈。口頭補充授權粒度：例如今天只想授權Alice一個人，我們可能就得建立一個只有Alice的Group。這個Group並不是因為組織需要，而是為了滿足授權需求——我們是用Group去模擬單人授權，而不是模型本身就支援單人授權。ListUsers回答哪些subject符合這個relation，不直接回傳授權路徑，若要分析來源可搭配關係查詢/trace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600+行知識庫其實是四份分工清楚的md檔案：authorization-model.md講model設計/DSL語法、relationship-patterns.md講複雜關係設計模式、zanzibar-core.md講Zanzibar論文核心概念、validation-suite.md講怎麼測試model。實際請它review一個model時，它會給出具體診斷，例如：沒有can_*權限relation——直接檢查editor/viewer這種原始角色，會讓程式碼跟角色結構綁死，它引用知識庫規則『一定要在model裡定義權限』；也會抓出沒有測試、角色設計不完整等問題，並直接動手改寫model，加上can_view/can_edit/can_delete這類語意化權限定義。這個具體案例可以口頭補充，讓『review model是否符合最佳實踐』這句話有畫面，不用放進投影片正文。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收斂全場主線：ReBAC提供另一種表達授權關係的方式，跟目前group-based設計是不同思路。謝謝大家，Q&amp;A。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1111250" cy="2321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81075"/>
            <a:ext cx="996950" cy="213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反思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2311400" y="952500"/>
            <a:ext cx="580330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13000" y="987425"/>
            <a:ext cx="453330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3044130" y="952500"/>
            <a:ext cx="737195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730" y="987425"/>
            <a:ext cx="61019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701157"/>
            <a:ext cx="16678275" cy="135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255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DevOps Day，回頭看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28449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工作坊，一次系統反思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0126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16386" y="8709025"/>
            <a:ext cx="2264351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ISED-08 MCLEESZ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1142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3092"/>
            <a:ext cx="32480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614142"/>
            <a:ext cx="324802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4082753"/>
            <a:ext cx="324802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529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52950" y="3614142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2950" y="4082753"/>
            <a:ext cx="276663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914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91450" y="3614142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模型怎麼驗證正確性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91450" y="4082753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改規則會不會誤放權限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299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029950" y="3614142"/>
            <a:ext cx="276663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IPAM，兩個技術面觀察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29950" y="4437063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複雜度與反向查詢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68450" y="2833092"/>
            <a:ext cx="32689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268450" y="3614142"/>
            <a:ext cx="32689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工具能幫上忙嗎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68450" y="4082753"/>
            <a:ext cx="32689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204442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99717"/>
            <a:ext cx="895747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28292"/>
            <a:ext cx="781447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47750" y="2909689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負責確認「你是誰，以及你是否具有有效的身分憑證」。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3433564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透過 TSSO 完成身分認證並取得 JWT，再透過 Token Exchange（RFC 8693）交換取得 IPAM 使用的 Access Token；Service Account 則透過 Client Credentials 取得 Access Token。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595614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4881364"/>
            <a:ext cx="16192500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09939"/>
            <a:ext cx="1648777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47750" y="5291336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負責判斷「你能做什麼」——今天的重點：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24950" y="5948561"/>
            <a:ext cx="19050" cy="3576439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5958086"/>
            <a:ext cx="537369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986661"/>
            <a:ext cx="423069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47750" y="6406158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入口控制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47750" y="7187208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Scope-based：Access Token 中的 scope（如 </a:t>
            </a: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77400" y="5958086"/>
            <a:ext cx="542230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9772650" y="5986661"/>
            <a:ext cx="427930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677400" y="6406158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Authorization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77400" y="7187208"/>
            <a:ext cx="77897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Group-based：透過 User ↔ Group ↔ Subnet／IP 關係，決定使用者是否能操作特定 Resource。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765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725"/>
              </a:lnSpc>
              <a:buNone/>
            </a:pPr>
            <a:r>
              <a:rPr lang="en-US" sz="5700" b="1" kern="0" spc="-8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1142"/>
            <a:ext cx="19050" cy="65759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471142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3175992"/>
            <a:ext cx="82981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3663653"/>
            <a:ext cx="7543800" cy="1163836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73203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member, group:ISED-01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95400" y="4293196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group:ISED-01, owner, subnet:10.0.0.0/8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47750" y="5094188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Model：授權定義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47750" y="5799038"/>
            <a:ext cx="7543800" cy="3248025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08588"/>
            <a:ext cx="7274814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588"/>
              </a:lnSpc>
              <a:buNone/>
            </a:pP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zh-TW" alt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member: [user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subnet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zh-TW" alt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[group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zh-TW" alt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viewer: member from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</a:t>
            </a:r>
          </a:p>
          <a:p>
            <a:pPr marL="0" indent="0" algn="l">
              <a:lnSpc>
                <a:spcPct val="145588"/>
              </a:lnSpc>
              <a:buNone/>
            </a:pPr>
            <a:r>
              <a:rPr lang="zh-TW" alt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writer: member from owner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77400" y="2960191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Check：查詢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3741241"/>
            <a:ext cx="7789736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77400" y="4876502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例如：Alice 可以 writer subnet:10.0.0.0/8 嗎？ 只需要問 OpenFGA 這一個問題： </a:t>
            </a: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check(alice, writer, subnet:10.0.0.0/8)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77400" y="6352877"/>
            <a:ext cx="778973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這是一次 API 呼叫——OpenFGA 是一個獨立跑的 server，App 打 API 給它，它自己去後面接的資料庫查 tuple、跑 model 邏輯。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77400" y="7872115"/>
            <a:ext cx="77897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API 家族還有 </a:t>
            </a: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 </a:t>
            </a: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</a:t>
            </a: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 </a:t>
            </a: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——反過來查「這個人能看哪些物件」或「這個物件誰能看」，後面會用到。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35186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37613"/>
            <a:ext cx="178117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負責描述「現在是什麼關係」；Model 負責定義「關係如何推導」；Check 負責回答「現在到底有沒有權限」。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模型怎麼驗證正確性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Authorization Model 都應該有對應的測試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2878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聽完前一頁,最直接的疑慮是:改一條 model 規則,會不會不小心開放不該開的權限?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2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109317"/>
            <a:ext cx="19050" cy="6415683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493492"/>
            <a:ext cx="630734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" y="3528417"/>
            <a:ext cx="503734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講者做法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047750" y="3916164"/>
            <a:ext cx="7543800" cy="259437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50" y="4144764"/>
            <a:ext cx="7236714" cy="2175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1622"/>
              </a:lnSpc>
              <a:buNone/>
            </a:pPr>
            <a:r>
              <a:rPr lang="en-US" sz="165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fga model test --tests test-model.fga.yaml Test Summary Tests 8/8 passing Checks 42/42 passing ListUsers 1/1 passing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7750" y="6701036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定義測試案例(check、ListUsers 等),驗證 model 行為符合預期。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77400" y="3614341"/>
            <a:ext cx="7562850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9772650" y="3642916"/>
            <a:ext cx="759923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如果套用到我們的環境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9677400" y="4062412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46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我們用 GitLab——這類測試可以整合進 GitLab CI：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677400" y="4748213"/>
            <a:ext cx="1516559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7" name="Text 15"/>
          <p:cNvSpPr/>
          <p:nvPr/>
        </p:nvSpPr>
        <p:spPr>
          <a:xfrm>
            <a:off x="9848850" y="4824412"/>
            <a:ext cx="124985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修改 Model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77400" y="5244405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77400" y="5558730"/>
            <a:ext cx="594420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0" name="Text 18"/>
          <p:cNvSpPr/>
          <p:nvPr/>
        </p:nvSpPr>
        <p:spPr>
          <a:xfrm>
            <a:off x="9848850" y="5634930"/>
            <a:ext cx="32772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77400" y="6054923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77400" y="6369248"/>
            <a:ext cx="1474688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3" name="Text 21"/>
          <p:cNvSpPr/>
          <p:nvPr/>
        </p:nvSpPr>
        <p:spPr>
          <a:xfrm>
            <a:off x="9848850" y="6445448"/>
            <a:ext cx="12079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 CI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77400" y="6865441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77400" y="7179766"/>
            <a:ext cx="3486745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6" name="Text 24"/>
          <p:cNvSpPr/>
          <p:nvPr/>
        </p:nvSpPr>
        <p:spPr>
          <a:xfrm>
            <a:off x="9848850" y="7255966"/>
            <a:ext cx="324844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Model Tests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677400" y="7675959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77400" y="7990284"/>
            <a:ext cx="1726208" cy="47714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9" name="Text 27"/>
          <p:cNvSpPr/>
          <p:nvPr/>
        </p:nvSpPr>
        <p:spPr>
          <a:xfrm>
            <a:off x="9848850" y="8066484"/>
            <a:ext cx="145950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24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FAIL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77400" y="8696027"/>
            <a:ext cx="75628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77400" y="8943677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462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測試沒過就擋下來，不讓未驗證的授權規則直接 Merge。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171825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754735"/>
            <a:ext cx="1781175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77"/>
              </a:lnSpc>
              <a:buNone/>
            </a:pPr>
            <a:r>
              <a:rPr lang="en-US" sz="4200" b="1" kern="0" spc="-6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 OpenFGA，</a:t>
            </a:r>
            <a:r>
              <a:rPr lang="en-US" sz="4200" b="1" kern="0" spc="-63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有兩個技術面向</a:t>
            </a:r>
            <a:r>
              <a:rPr lang="en-US" sz="4200" b="1" kern="0" spc="-6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值得驗證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4829076"/>
            <a:ext cx="166782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 </a:t>
            </a: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——現在授權判斷的 SQL 邏輯分散在多個地方，光是查一次權限就有 27 段判斷邏輯要拼，這些能不能收斂到 OpenFGA 的 Relationship Model 中集中管理；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6162576"/>
            <a:ext cx="166782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 </a:t>
            </a: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——「誰能存取這個資源」現在得手刻 SQL 兜出來，容易漏掉授權路徑，也不容易覆核，能不能透過 OpenFGA 的 ListUsers／ListObjects 直接完成。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維護成本：permissionSQLProvider，27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4317"/>
            <a:ext cx="2419846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9350" y="2509242"/>
            <a:ext cx="229284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現況（示意）：查一次權限要 UNION 多條路徑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896989"/>
            <a:ext cx="16192500" cy="322401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106539"/>
            <a:ext cx="16106775" cy="2843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 FROM </a:t>
            </a:r>
            <a:r>
              <a:rPr lang="en-US" sz="1425" b="1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groups_user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 JOIN ip_address ip ON ip.group_id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zh-TW" alt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gu.user_id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FROM groups_user gu JOIN </a:t>
            </a:r>
            <a:r>
              <a:rPr lang="en-US" sz="1425" b="1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groups_subnet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ON gs.group_id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zh-TW" alt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 s ON s.id = gs.subnet_id WHERE gu.user_id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FROM groups_user gu JOIN </a:t>
            </a:r>
            <a:r>
              <a:rPr lang="en-US" sz="1425" b="1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groups_section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gsec ON gsec.group_id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zh-TW" alt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sec ON sec.id = gsec.section_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zh-TW" alt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gu.user_id = :uid AND sec.org_code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orgCode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...代理鏈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等其他授權路徑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47750" y="638770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6644878"/>
            <a:ext cx="897731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73453"/>
            <a:ext cx="783431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47750" y="7054850"/>
            <a:ext cx="166782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Check(user:alice, can_write, ip_address:10.0.0.5) → true / false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50" y="8093075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如果這 8 條授權路徑都能用 Relationship Model 表達，就可以把授權關係集中到 Model，由 OpenFGA 負責推導，Application 端只需要統一呼叫 Check()。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9102725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程式碼端從「多條 SQL + UNION + 自己判斷」變成「一次 Check()」。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反向查詢與授權粒度：現在的設計取捨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兩件事背後其實是同一個原因：目前授權主要以 group 為基本單位，這也決定了我們現在的授權粒度。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8997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2918817"/>
            <a:ext cx="19050" cy="6606183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226792"/>
            <a:ext cx="417016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" y="3261717"/>
            <a:ext cx="29001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3649464"/>
            <a:ext cx="82981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50" y="4187627"/>
            <a:ext cx="77701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稽核要求列出「這個 subnet 現在誰有存取權」——需要手刻 SQL、串接多條授權路徑，查詢與覆核成本較高。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5263952"/>
            <a:ext cx="82981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50" y="5802114"/>
            <a:ext cx="77701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如果只想授權給單一使用者，目前通常需要建立一個只有他的 group。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677400" y="3233142"/>
            <a:ext cx="897731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72650" y="3261717"/>
            <a:ext cx="783431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9677400" y="3643114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77400" y="4162227"/>
            <a:ext cx="778973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ListUsers(object: subnet:10.0.0.0/24, relation: writer) → 回傳具有 writer 關係的 users / groups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77400" y="4868863"/>
            <a:ext cx="778973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ListObjects(user: alice, relation: writer, type: subnet) → 列出 alice 可以寫入的所有 subnet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77400" y="5670749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77400" y="6189861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可以同時支援：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77400" y="6728024"/>
            <a:ext cx="83191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Subnet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77400" y="7109917"/>
            <a:ext cx="83191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Group → Subnet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77400" y="7529910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單人授權不一定需要再建立一個只有自己的 group。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AI 工具能幫上忙嗎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AI 工具要協助設計更複雜的 Authorization Model？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如果未來 IPAM 的 Authorization Model 越來越複雜，AI 工具能不能協助我們設計、理解與 review 授權規則？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2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379192"/>
            <a:ext cx="1857673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9350" y="3414117"/>
            <a:ext cx="1730673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官方提供的 MCP Server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1047750" y="3763764"/>
            <a:ext cx="16192500" cy="61436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3935214"/>
            <a:ext cx="162210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545"/>
              </a:lnSpc>
              <a:buNone/>
            </a:pPr>
            <a:r>
              <a:rPr lang="en-US" sz="142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openfga-mcp https://mcp.openfga.dev/mcp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848097" y="5939135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7854" y="6418163"/>
            <a:ext cx="4112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types a prompt in Coding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74159" y="6300093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393606" y="6110585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93606" y="6589613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modeling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8097" y="7446863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48097" y="7925892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generates／revises the DSL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4159" y="7636371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393606" y="7446863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393606" y="7925892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CLI validates the model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19717" y="4682927"/>
            <a:ext cx="19050" cy="4842074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72167" y="5591969"/>
            <a:ext cx="6568083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67417" y="5620544"/>
            <a:ext cx="657462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實際例子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0672167" y="5963841"/>
            <a:ext cx="72248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Developer："Use OpenFGA-mcp tool to help improve the model"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72167" y="6470551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843617" y="6603901"/>
            <a:ext cx="323525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原本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843617" y="6962775"/>
            <a:ext cx="231120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3956209" y="6470551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3956209" y="6470551"/>
            <a:ext cx="19050" cy="109567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0" name="Text 28"/>
          <p:cNvSpPr/>
          <p:nvPr/>
        </p:nvSpPr>
        <p:spPr>
          <a:xfrm>
            <a:off x="14146709" y="6603901"/>
            <a:ext cx="3214301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93"/>
              </a:lnSpc>
              <a:buNone/>
            </a:pPr>
            <a:r>
              <a:rPr lang="en-US" sz="1275" dirty="0">
                <a:solidFill>
                  <a:srgbClr val="EC3013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改善後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146709" y="6962775"/>
            <a:ext cx="2602706" cy="47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 or delegate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0672167" y="7718624"/>
            <a:ext cx="72248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App：Check(user, "can_edit", document) —— 完全不變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72167" y="8187234"/>
            <a:ext cx="72248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changed, but your code did not change.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值得記住的觀察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84599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54054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912023"/>
            <a:ext cx="618034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940598"/>
            <a:ext cx="503734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605"/>
              </a:lnSpc>
              <a:buNone/>
            </a:pPr>
            <a:r>
              <a:rPr lang="en-US" sz="825" kern="0" spc="17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授權模型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5283895"/>
            <a:ext cx="1667827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 提供了另一種表達授權關係的方式。資料驅動、可以反向查詢，授權粒度也可以細到單一 resource，這跟我們目前以 group 為基本單位的設計，是不同的思路。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謝謝大家，歡迎討論、有問題儘管問！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1354</Words>
  <Application>Microsoft Office PowerPoint</Application>
  <PresentationFormat>自訂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</cp:revision>
  <dcterms:created xsi:type="dcterms:W3CDTF">2026-08-08T10:20:57Z</dcterms:created>
  <dcterms:modified xsi:type="dcterms:W3CDTF">2026-08-12T15:20:36Z</dcterms:modified>
</cp:coreProperties>
</file>