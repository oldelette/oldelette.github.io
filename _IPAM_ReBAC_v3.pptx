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開場：這不是一個已經決定要做的專案，是去聽了 DevOps Day 2026 的 ReBAC/OpenFGA workshop 之後，回頭反思我們 IPAM 系統的一次分享。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五個部分：先看IPAM現況，再介紹OpenFGA怎麼運作，接著看套用在IPAM上可能改善什麼，示範DSL怎麼寫，最後誠實談還沒有答案的問題。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認證只回答這個人是誰。授權分兩層：Layer1 API入口控制是 scope-based，Layer2 資源列表過濾是 group-based row-level security，另外還有 admin bypass 略過檢查。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轉場：聽完研討會，如果把這套概念套進 IPAM，會怎樣？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三個概念：tuple 存關係，model 定義 relation 怎麼組合，check() 一次查詢就得到 true/false。用 IPAM 相關的例子示範。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核心觀察：OpenFGA 值得研究的方向，是解決 IPAM 授權的 SQL 複雜度與擴展性問題，尤其是 permissionSQLProvider 的 27 個 SQL 片段跟 GroupRepository 職責這兩個痛點。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permissionSQLProvider 裡有27個SQL片段，要UNION多條路徑才能拼出一次查詢，分散難以維護。如果用ReBAC，這些路徑收斂成一個check()呼叫。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現在無法直接查出這個subnet誰有存取權限,要手刻反查SQL。ReBAC有ListUsers/ListObjects可以直接反查,不用自己拼反向SQL。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另外兩點比較次要，簡短提一下就好：admin bypass分散、最小授權單位卡在group。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關鍵一行DSL：owner同時允許user跟group#member。兩種授權方式並存，部門授權跟個人直接授權都可以，引擎同時檢查兩條路徑。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這是假設性的思考，不是我們已經決定的取捨。group對一對多情境仍是最自然的表達，ReBAC只是多了一個選項。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核心觀察：這只是初步反思，OpenFGA尚未在系統上導入。還有很多待評估的問題：怎麼漸進導入、SQLProvider怎麼retire、時程跟人力都還沒有答案。歡迎討論，Q&amp;A。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952500"/>
            <a:ext cx="724942" cy="238571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981075"/>
            <a:ext cx="610642" cy="219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研討會反思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1925092" y="952500"/>
            <a:ext cx="586680" cy="23857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29867" y="990600"/>
            <a:ext cx="453330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REBAC</a:t>
            </a:r>
            <a:endParaRPr lang="en-US" sz="825" dirty="0"/>
          </a:p>
        </p:txBody>
      </p:sp>
      <p:sp>
        <p:nvSpPr>
          <p:cNvPr id="7" name="Shape 5"/>
          <p:cNvSpPr/>
          <p:nvPr/>
        </p:nvSpPr>
        <p:spPr>
          <a:xfrm>
            <a:off x="2664172" y="952500"/>
            <a:ext cx="743545" cy="23857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68947" y="990600"/>
            <a:ext cx="610195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47750" y="3704481"/>
            <a:ext cx="16678275" cy="1354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從一場研討會，回頭看 IPAM 的權限設計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047750" y="5287714"/>
            <a:ext cx="17811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Day 2026 ReBAC × OpenFGA 工作坊，一次系統反思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047750" y="8391525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47750" y="8639175"/>
            <a:ext cx="1422558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去聽了 DevOps Day 2026 的 ReBAC/OpenFGA workshop，回來想跟大家分享：如果把這個概念套進我們的 IPAM 系統，會看到什麼。OpenFGA 目前還沒有導入，這只是初步反思。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6017329" y="8705850"/>
            <a:ext cx="1383313" cy="39231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分鐘分享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67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今天講什麼？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470993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267200" y="2490043"/>
            <a:ext cx="19050" cy="703495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2832943"/>
            <a:ext cx="3206115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33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47750" y="3672929"/>
            <a:ext cx="320611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現況速覽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47750" y="4230142"/>
            <a:ext cx="320611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IPAM 現在怎麼做權限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05700" y="2490043"/>
            <a:ext cx="19050" cy="703495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91050" y="2832943"/>
            <a:ext cx="2870835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33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4591050" y="3672929"/>
            <a:ext cx="287083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 怎麼運作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4591050" y="4230142"/>
            <a:ext cx="2688145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tuple、model、check() 三個概念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744200" y="2490043"/>
            <a:ext cx="19050" cy="703495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829550" y="2832943"/>
            <a:ext cx="2870835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33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7829550" y="3672929"/>
            <a:ext cx="268814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套用在 IPAM，可能改善什麼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7829550" y="4673054"/>
            <a:ext cx="287083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本場核心，兩個主要痛點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982700" y="2490043"/>
            <a:ext cx="19050" cy="703495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068050" y="2832943"/>
            <a:ext cx="2870835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33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1068050" y="3672929"/>
            <a:ext cx="287083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DSL 示範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068050" y="4230142"/>
            <a:ext cx="287083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規則實際怎麼寫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306550" y="2832943"/>
            <a:ext cx="3227070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33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14306550" y="3672929"/>
            <a:ext cx="322707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取捨與待評估的問題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4306550" y="4230142"/>
            <a:ext cx="322707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還沒有答案的部分 + Q&amp;A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現況速覽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67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IPAM 現在怎麼做權限？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47750" y="2204293"/>
            <a:ext cx="1569720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認證只回答「這個人是誰」——User 走 TSSO JWT + Token Exchange，Service Account 走 Client Credentials。授權才是今天的重點：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3518743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24950" y="3537793"/>
            <a:ext cx="19050" cy="519618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3928318"/>
            <a:ext cx="537418" cy="219521"/>
          </a:xfrm>
          <a:prstGeom prst="rect">
            <a:avLst/>
          </a:prstGeom>
          <a:solidFill>
            <a:srgbClr val="F8F4F4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956893"/>
            <a:ext cx="423118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44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047750" y="4376440"/>
            <a:ext cx="82981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入口控制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47750" y="5157490"/>
            <a:ext cx="7770114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Scope-based：JWT 內嵌 scope（如 </a:t>
            </a:r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highlight>
                  <a:srgbClr val="EAE7E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ip-address:read </a:t>
            </a:r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），決定你能呼叫哪些 API。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677400" y="3928318"/>
            <a:ext cx="542181" cy="219521"/>
          </a:xfrm>
          <a:prstGeom prst="rect">
            <a:avLst/>
          </a:prstGeom>
          <a:solidFill>
            <a:srgbClr val="F8F4F4"/>
          </a:solidFill>
          <a:ln/>
        </p:spPr>
      </p:sp>
      <p:sp>
        <p:nvSpPr>
          <p:cNvPr id="13" name="Text 11"/>
          <p:cNvSpPr/>
          <p:nvPr/>
        </p:nvSpPr>
        <p:spPr>
          <a:xfrm>
            <a:off x="9772650" y="3956893"/>
            <a:ext cx="427881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44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9677400" y="4376440"/>
            <a:ext cx="831913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資源列表過濾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677400" y="5157490"/>
            <a:ext cx="7789736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Group-based Row-level Security：User ↔ groups ↔ subnet／IP，多對多關係鏈，決定這個人能不能動這一個具體資源。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8733979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47750" y="9172129"/>
            <a:ext cx="423416" cy="23857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52525" y="9210229"/>
            <a:ext cx="290066" cy="2004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另外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1699766" y="9019729"/>
            <a:ext cx="1077021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還有 Admin Bypass：持有 </a:t>
            </a:r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highlight>
                  <a:srgbClr val="EAE7E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ip:admin </a:t>
            </a:r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這類 scope 的人，會略過上面的檢查。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4055864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研討會啟發的問題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4638675"/>
            <a:ext cx="16678275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92"/>
              </a:lnSpc>
              <a:buNone/>
            </a:pPr>
            <a:r>
              <a:rPr lang="en-US" sz="5700" b="1" spc="-8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如果換一套模型， 會是什麼樣子？</a:t>
            </a:r>
            <a:endParaRPr lang="en-US" sz="5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OPENFGA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67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 怎麼運作權限？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124950" y="2470993"/>
            <a:ext cx="19050" cy="705400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2470993"/>
            <a:ext cx="796082" cy="23857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2525" y="2509093"/>
            <a:ext cx="662732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Tuple：關係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1047750" y="2861965"/>
            <a:ext cx="82981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(user, relation, object)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47750" y="3368576"/>
            <a:ext cx="7543800" cy="1279922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10" name="Text 8"/>
          <p:cNvSpPr/>
          <p:nvPr/>
        </p:nvSpPr>
        <p:spPr>
          <a:xfrm>
            <a:off x="1314450" y="3597176"/>
            <a:ext cx="771144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F8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user:alice, viewer, document:readme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14450" y="4065687"/>
            <a:ext cx="771144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1800" dirty="0">
                <a:solidFill>
                  <a:srgbClr val="F8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group:ISED-08#member, owner, subnet:10.0.0.0/24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7750" y="4953298"/>
            <a:ext cx="1295549" cy="23857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525" y="4991398"/>
            <a:ext cx="1162199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Model：type definition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1047750" y="5344269"/>
            <a:ext cx="7543800" cy="2102644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15" name="Text 13"/>
          <p:cNvSpPr/>
          <p:nvPr/>
        </p:nvSpPr>
        <p:spPr>
          <a:xfrm>
            <a:off x="1314450" y="5572869"/>
            <a:ext cx="7236714" cy="1683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ip_address relations define owner: [group] define viewer: owner or viewer from owner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77400" y="3590925"/>
            <a:ext cx="7562850" cy="219521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17" name="Text 15"/>
          <p:cNvSpPr/>
          <p:nvPr/>
        </p:nvSpPr>
        <p:spPr>
          <a:xfrm>
            <a:off x="9772650" y="3619500"/>
            <a:ext cx="7599236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Check：一次查詢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9677400" y="4039046"/>
            <a:ext cx="7789736" cy="1101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27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check(user, relation, object) → true / false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677400" y="5330577"/>
            <a:ext cx="7789736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授權查詢只要呼叫這一行，關係怎麼組合、怎麼查，都由引擎在 model 裡處理，不用自己寫 join。這是一次 API 呼叫——OpenFGA 是一個獨立跑的 server，App 打 API 給它，它自己去後面接的資料庫查 tuple、跑 model 邏輯。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677400" y="7426077"/>
            <a:ext cx="756285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677400" y="7673727"/>
            <a:ext cx="7789736" cy="769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143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同一個 API 家族還有 </a:t>
            </a:r>
            <a:pPr algn="l" indent="0" marL="0">
              <a:lnSpc>
                <a:spcPct val="137143"/>
              </a:lnSpc>
              <a:buNone/>
            </a:pPr>
            <a:r>
              <a:rPr lang="en-US" sz="1800" b="1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ListObjects </a:t>
            </a:r>
            <a:pPr algn="l" indent="0" marL="0">
              <a:lnSpc>
                <a:spcPct val="137143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／ </a:t>
            </a:r>
            <a:pPr algn="l" indent="0" marL="0">
              <a:lnSpc>
                <a:spcPct val="137143"/>
              </a:lnSpc>
              <a:buNone/>
            </a:pPr>
            <a:r>
              <a:rPr lang="en-US" sz="1800" b="1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ListUsers </a:t>
            </a:r>
            <a:pPr algn="l" indent="0" marL="0">
              <a:lnSpc>
                <a:spcPct val="137143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——反過來查「這個人能看哪些物件」或「這個物件誰能看」，後面會用到。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343287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值得研究的方向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4015680"/>
            <a:ext cx="16187738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4500" b="1" spc="-67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 或許能解決 IPAM 授權的 </a:t>
            </a:r>
            <a:pPr algn="l" indent="0" marL="0">
              <a:lnSpc>
                <a:spcPct val="113043"/>
              </a:lnSpc>
              <a:buNone/>
            </a:pPr>
            <a:r>
              <a:rPr lang="en-US" sz="4500" b="1" spc="-6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複雜度與擴展性</a:t>
            </a:r>
            <a:pPr algn="l" indent="0" marL="0">
              <a:lnSpc>
                <a:spcPct val="113043"/>
              </a:lnSpc>
              <a:buNone/>
            </a:pPr>
            <a:r>
              <a:rPr lang="en-US" sz="4500" b="1" spc="-67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5882580"/>
            <a:ext cx="16187738" cy="1200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尤其是 </a:t>
            </a:r>
            <a:pPr algn="l" indent="0" marL="0">
              <a:lnSpc>
                <a:spcPct val="133333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permissionSQLProvider 的 27 個 SQL 片段</a:t>
            </a:r>
            <a:pPr algn="l" indent="0" marL="0">
              <a:lnSpc>
                <a:spcPct val="133333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，跟 </a:t>
            </a:r>
            <a:pPr algn="l" indent="0" marL="0">
              <a:lnSpc>
                <a:spcPct val="133333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「誰能存取這個資源」的反向查詢做不到 </a:t>
            </a:r>
            <a:pPr algn="l" indent="0" marL="0">
              <a:lnSpc>
                <a:spcPct val="133333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這兩個痛點。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值得研究的方向 — 痛點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67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permissionSQLProvider：27 個 SQL 片段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470993"/>
            <a:ext cx="2426196" cy="23857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525" y="2509093"/>
            <a:ext cx="2292846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現況（示意）：查一次權限要 UNION 多條路徑</a:t>
            </a:r>
            <a:endParaRPr lang="en-US" sz="825" dirty="0"/>
          </a:p>
        </p:txBody>
      </p:sp>
      <p:sp>
        <p:nvSpPr>
          <p:cNvPr id="7" name="Shape 5"/>
          <p:cNvSpPr/>
          <p:nvPr/>
        </p:nvSpPr>
        <p:spPr>
          <a:xfrm>
            <a:off x="1047750" y="2900065"/>
            <a:ext cx="16192500" cy="3473648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8" name="Text 6"/>
          <p:cNvSpPr/>
          <p:nvPr/>
        </p:nvSpPr>
        <p:spPr>
          <a:xfrm>
            <a:off x="1352550" y="3128665"/>
            <a:ext cx="16068675" cy="3054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650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1 FROM groups_user gu JOIN ip_address ip ON ip.group_id = gu.group_id WHERE gu.user_id = :uid UNION SELECT 1 FROM groups_user gu JOIN groups_subnet gs ON gs.group_id = gu.group_id JOIN subnet s ON s.id = gs.subnet_id WHERE gu.user_id = :uid UNION SELECT 1 FROM section sec JOIN groups_section gsec ON gsec.section_id = sec.id WHERE sec.org_code = :orgCode AND gsec.group_id = ip.group_id UNION -- ...代理鏈、delegation 再兩條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047750" y="6640413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47750" y="6935688"/>
            <a:ext cx="897731" cy="219521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6964263"/>
            <a:ext cx="783431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如果用 ReBAC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1047750" y="7345710"/>
            <a:ext cx="16678275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check(user:alice, can_read, ip_address:10.0.0.5) → true / false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47750" y="8442871"/>
            <a:ext cx="17811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同樣的 8 條授權路徑，交給 model 定義跟引擎處理，程式碼裡只留一個 check() 呼叫。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值得研究的方向 — 痛點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67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反向查詢：誰能存取這個資源？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470993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24950" y="2490043"/>
            <a:ext cx="19050" cy="703495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2871043"/>
            <a:ext cx="423416" cy="23857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909143"/>
            <a:ext cx="290066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現況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47750" y="3338215"/>
            <a:ext cx="7770114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要回答「subnet 10.0.0.0/24 現在有哪些人可以存取」，得手刻反查 SQL：從 group 找出成員，再加上 section 隱式成員（ </a:t>
            </a:r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201E1D"/>
                </a:solidFill>
                <a:highlight>
                  <a:srgbClr val="EAE7E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user.org_code = section.org_code </a:t>
            </a:r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）這條路徑，才能拼出完整名單。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47750" y="5357515"/>
            <a:ext cx="777011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稽核時很難一次看全，也難以覆核。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677400" y="2880568"/>
            <a:ext cx="897731" cy="219521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12" name="Text 10"/>
          <p:cNvSpPr/>
          <p:nvPr/>
        </p:nvSpPr>
        <p:spPr>
          <a:xfrm>
            <a:off x="9772650" y="2909143"/>
            <a:ext cx="783431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如果用 ReBAC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9677400" y="3328690"/>
            <a:ext cx="7789736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ListUsers(object: subnet:10.0.0.0/24, relation: viewer) → 直接回傳完整名單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77400" y="4248745"/>
            <a:ext cx="7789736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ListObjects(user: alice, relation: viewer, type: subnet) → 直接列出 alice 能看的所有 subnet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677400" y="5206901"/>
            <a:ext cx="778973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兩個方向都是原生 API，不用反推 SQL。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其他值得觀察的點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67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還有兩個比較次要的點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470993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24950" y="4862661"/>
            <a:ext cx="19050" cy="2289721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4862661"/>
            <a:ext cx="82981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Bypass 分散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47750" y="5643711"/>
            <a:ext cx="777011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現在分散在 7 處 permission helper。ReBAC 裡可以收斂成 model 裡的一條 relation。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47750" y="6786711"/>
            <a:ext cx="829818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143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影響：改一條規則，不用回頭找散落各處的 helper。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77400" y="4862661"/>
            <a:ext cx="831913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最小授權單位卡在 Group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677400" y="5643711"/>
            <a:ext cx="778973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現在只能授權到 group，不能只針對單一 resource。ReBAC 可以讓直接授權跟群組授權並存。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677400" y="6786711"/>
            <a:ext cx="8319135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143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影響：單人臨時授權不用再生空殼 group。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DSL 示範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67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規則實際怎麼寫？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480518"/>
            <a:ext cx="851892" cy="219521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09093"/>
            <a:ext cx="737592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關鍵一行 DSL</a:t>
            </a:r>
            <a:endParaRPr lang="en-US" sz="825" dirty="0"/>
          </a:p>
        </p:txBody>
      </p:sp>
      <p:sp>
        <p:nvSpPr>
          <p:cNvPr id="7" name="Shape 5"/>
          <p:cNvSpPr/>
          <p:nvPr/>
        </p:nvSpPr>
        <p:spPr>
          <a:xfrm>
            <a:off x="1047750" y="2890540"/>
            <a:ext cx="6858000" cy="2552551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8" name="Text 6"/>
          <p:cNvSpPr/>
          <p:nvPr/>
        </p:nvSpPr>
        <p:spPr>
          <a:xfrm>
            <a:off x="1390650" y="3195340"/>
            <a:ext cx="6377940" cy="1981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subnet relations define owner: [user, group#member] define can_write: owner define can_read: owner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5671691"/>
            <a:ext cx="70637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中括號裡列的是這個關係允許的「授權對象型別」——同時允許 </a:t>
            </a:r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highlight>
                  <a:srgbClr val="EAE7E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</a:t>
            </a:r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跟 </a:t>
            </a:r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highlight>
                  <a:srgbClr val="EAE7E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group#member </a:t>
            </a:r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兩種。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439150" y="2470993"/>
            <a:ext cx="19050" cy="705400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991600" y="2470993"/>
            <a:ext cx="8248650" cy="23857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96375" y="2509093"/>
            <a:ext cx="8286560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兩種授權方式並存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8991600" y="2938165"/>
            <a:ext cx="907351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部門授權（原有方式）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8991600" y="3457277"/>
            <a:ext cx="907351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subnet:10.0.0.0/8#owner@group:ISED-01#member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991600" y="3917305"/>
            <a:ext cx="907351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部門裡所有人都自動繼承這個權限。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991600" y="4500116"/>
            <a:ext cx="907351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個人直接授權（新增能力）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8991600" y="5019229"/>
            <a:ext cx="907351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subnet:10.0.0.0/8#owner@user:alice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8991600" y="5479256"/>
            <a:ext cx="907351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直接把權限給某一個人，完全不用經過任何 group。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991600" y="6062067"/>
            <a:ext cx="824865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991600" y="6309717"/>
            <a:ext cx="9073515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Check(alice, can_write, subnet:10.0.0.0/8)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991600" y="6951613"/>
            <a:ext cx="907351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引擎會同時檢查兩條路徑，不用自己在程式碼裡判斷。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取捨（假設性思考）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67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不是說原本設計錯了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47750" y="4245322"/>
            <a:ext cx="16187738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222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部門對 subnet 這種一對多的情境，group 仍然是最自然的表達方式，ReBAC 也還是靠 group 這個概念在運作。差別只在於：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47750" y="5769322"/>
            <a:ext cx="16187738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222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現在的架構把「一定要透過 group」變成了唯一選項，ReBAC 把它變成了兩個選項之一——多了直接授權給單一 user 這條路，不用再靠生空殼 group 硬湊。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47750" y="7293322"/>
            <a:ext cx="1618773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以上都是根據研討會內容的推論，我們還沒有實際驗證過導入的效果。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67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這值得我們評估嗎？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6922145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4464248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24950" y="4826198"/>
            <a:ext cx="19050" cy="1753046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4835723"/>
            <a:ext cx="618083" cy="219521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864298"/>
            <a:ext cx="503783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核心觀察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047750" y="5207645"/>
            <a:ext cx="7770114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 尚未在 IPAM 上導入，這次分享只是聽完研討會後的初步反思——如果套用，最值得期待的是解決 SQL 複雜度跟反向查詢做不到的問題。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677400" y="4826198"/>
            <a:ext cx="1064568" cy="23857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2175" y="4864298"/>
            <a:ext cx="931218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還沒有答案的問題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9677400" y="5217170"/>
            <a:ext cx="778973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要怎麼漸進導入、permissionSQLProvider 怎麼 retire、需要多少時間跟人力——這些都還沒有評估。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47750" y="8934450"/>
            <a:ext cx="17811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謝謝大家，歡迎討論、有問題儘管問！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2026-08-06T16:28:24Z</dcterms:created>
  <dcterms:modified xsi:type="dcterms:W3CDTF">2026-08-06T16:28:24Z</dcterms:modified>
</cp:coreProperties>
</file>