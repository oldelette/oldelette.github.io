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143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開場：這不是一個已經決定要做的專案，是去聽了 DevOps Day 2026 的 ReBAC/OpenFGA workshop 之後，回頭反思我們 IPAM 系統的一次分享。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五個部分：先看IPAM現況，再介紹OpenFGA怎麼運作，接著看套用在IPAM上可能改善什麼，示範DSL怎麼寫，最後誠實談還沒有答案的問題。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認證只回答這個人是誰。授權分兩層：Layer1 API入口控制是 scope-based，Layer2 資源列表過濾是 group-based row-level security，另外還有 admin bypass 略過檢查。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轉場：聽完 DevOps Day，如果把這套概念套進 IPAM，會怎樣？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三個概念：tuple 存關係，model 定義 relation 怎麼組合，check() 一次查詢就得到 true/false。用 IPAM 相關的例子示範。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改一條Model規則,會不會把不該開的權限開放出去？OpenFGA CLI 有model test指令,概念跟單元測試很像:定義測試案例驗證Model行為。例如:Alice是ISED-01 member,ISED-01管理Subnet A,預期Check(Alice, writer, Subnet A)→true;Bob不屬於ISED-01,預期Check(Bob, writer, Subnet A)→false。也可以測ListUsers(Subnet A, writer)→Alice,驗證writer名單是否符合預期。如果有人改了Model不小心放寬了權限,這些測試就有機會直接抓出來。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核心觀察：OpenFGA 值得研究的方向，是解決 IPAM 授權的 SQL 複雜度與擴展性問題，尤其是 permissionSQLProvider 的 27 個 SQL 片段跟 GroupRepository 職責這兩個痛點。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如果這8條授權路徑都能用OpenFGA的Relationship Model表達，就可以把「誰跟誰有什麼關係」集中定義在Model裡。之後Application不需要自己知道這個權限是從Group、Subnet還是Section哪一條路徑來的，只要問OpenFGA一個問題：Alice可以讀這個IP嗎？Check(user:alice, can_read, ip_address:10.0.0.5)，OpenFGA負責根據Model推導，回傳可以或不可以。所以真正想研究的不只是把SQL換成API，而是能不能把原本散落在SQL裡的授權邏輯，集中成一套Relationship Model。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頭補充反向查詢：現在不是查不到，而是要自己把不同授權路徑全部串起來。當授權路徑越來越多，SQL就會越來越複雜，也容易漏掉某一條路徑。更重要的是，稽核常常還會問「這個人為什麼有權限？」這時候就得再回頭分析整條授權鏈。口頭補充授權粒度：例如今天只想授權Alice一個人，我們可能就得建立一個只有Alice的Group。這個Group並不是因為組織需要，而是為了滿足授權需求——我們是用Group去模擬單人授權，而不是模型本身就支援單人授權。ListUsers回答哪些subject符合這個relation，不直接回傳授權路徑，若要分析來源可搭配關係查詢/trace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600+行知識庫其實是四份分工清楚的md檔案：authorization-model.md講model設計/DSL語法、relationship-patterns.md講複雜關係設計模式、zanzibar-core.md講Zanzibar論文核心概念、validation-suite.md講怎麼測試model。實際請它review一個model時，它會給出具體診斷，例如：沒有can_*權限relation——直接檢查editor/viewer這種原始角色，會讓程式碼跟角色結構綁死，它引用知識庫規則『一定要在model裡定義權限』；也會抓出沒有測試、角色設計不完整等問題，並直接動手改寫model，加上can_view/can_edit/can_delete這類語意化權限定義。這個具體案例可以口頭補充，讓『review model是否符合最佳實踐』這句話有畫面，不用放進投影片正文。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收斂全場主線：ReBAC提供另一種表達授權關係的方式，跟目前group-based設計是不同思路。謝謝大家，Q&amp;A。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52500"/>
            <a:ext cx="1932831" cy="54471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4" name="Text 2"/>
          <p:cNvSpPr/>
          <p:nvPr/>
        </p:nvSpPr>
        <p:spPr>
          <a:xfrm>
            <a:off x="1219200" y="1038225"/>
            <a:ext cx="2085231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52081" y="952500"/>
            <a:ext cx="1184821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33056" y="1047750"/>
            <a:ext cx="89907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89302" y="952500"/>
            <a:ext cx="1526977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0277" y="1047750"/>
            <a:ext cx="124122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3857476"/>
            <a:ext cx="16678275" cy="1354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405"/>
              </a:lnSpc>
              <a:buNone/>
            </a:pPr>
            <a:r>
              <a:rPr lang="en-US" sz="4800" b="1" kern="0" spc="-72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DevOps Day，回頭看 IPAM 的權限設計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47750" y="544071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2026 ReBAC × OpenFGA 工作坊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" y="839152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8639175"/>
            <a:ext cx="1420121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去聽了 DevOps Day 2026 的 ReBAC/OpenFGA workshop，回來想跟大家分享：如果把這個概念套進我們的 IPAM 系統，會看到什麼。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5216336" y="8705850"/>
            <a:ext cx="2264405" cy="3923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ISED-08 </a:t>
            </a:r>
            <a:r>
              <a:rPr lang="zh-TW" altLang="en-US" sz="180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李孟瑾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今天講什麼？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267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832943"/>
            <a:ext cx="324802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47750" y="3613993"/>
            <a:ext cx="32480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現況速覽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4082504"/>
            <a:ext cx="32480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05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52950" y="2832943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52950" y="3613993"/>
            <a:ext cx="29546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52950" y="4082504"/>
            <a:ext cx="276663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tuple、model、check() 三個概念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7442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91450" y="2832943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91450" y="3613993"/>
            <a:ext cx="29546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模型怎麼驗證正確性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91450" y="4082504"/>
            <a:ext cx="29546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改規則會不會誤放權限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982700" y="2490043"/>
            <a:ext cx="19050" cy="7034957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029950" y="2832943"/>
            <a:ext cx="2954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029950" y="3613993"/>
            <a:ext cx="276663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套用在 IPAM，兩個技術面觀察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29950" y="4436715"/>
            <a:ext cx="29546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複雜度與反向查詢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268450" y="2832943"/>
            <a:ext cx="32689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4268450" y="3613993"/>
            <a:ext cx="32689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工具能幫上忙嗎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268450" y="4082504"/>
            <a:ext cx="32689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+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05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現況速覽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IPAM 現在怎麼做權限？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204293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490043"/>
            <a:ext cx="1881634" cy="52566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2575768"/>
            <a:ext cx="1614934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3206204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負責確認「你是誰，以及你是否具有有效的身分憑證」。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3730079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透過 TSSO 完成身分認證並取得 JWT，再透過 Token Exchange（RFC 8693）交換取得 IPAM 使用的 Access Token；Service Account 則透過 Client Credentials 取得 Access Token。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4892129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5177879"/>
            <a:ext cx="16192500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19200" y="5263604"/>
            <a:ext cx="1633537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5894040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負責判斷「你能做什麼」——今天的重點：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24950" y="6551265"/>
            <a:ext cx="19050" cy="297373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" y="6551265"/>
            <a:ext cx="1541585" cy="52566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6636990"/>
            <a:ext cx="8329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7750" y="7305526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r>
              <a:rPr lang="en-US" altLang="zh-TW" sz="3000" b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47750" y="8086576"/>
            <a:ext cx="7770114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Scope-based：Access Token 中的 scope（如 </a:t>
            </a:r>
            <a:r>
              <a:rPr lang="en-US" sz="2250" dirty="0">
                <a:solidFill>
                  <a:srgbClr val="201E1D"/>
                </a:solidFill>
                <a:highlight>
                  <a:srgbClr val="EAE7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ip-address:read </a:t>
            </a: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），決定你能呼叫哪些 API。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677400" y="6551265"/>
            <a:ext cx="1110258" cy="525661"/>
          </a:xfrm>
          <a:prstGeom prst="rect">
            <a:avLst/>
          </a:prstGeom>
          <a:solidFill>
            <a:srgbClr val="F8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9848850" y="6636990"/>
            <a:ext cx="84355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>
                <a:solidFill>
                  <a:srgbClr val="44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77400" y="7305526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Authorization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677400" y="8086576"/>
            <a:ext cx="778973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Group-based：透過 User ↔ Group ↔ Subnet／IP 關係，決定使用者是否能操作特定 Resource。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4055864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Day 啟發的問題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4638675"/>
            <a:ext cx="1667827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92"/>
              </a:lnSpc>
              <a:buNone/>
            </a:pPr>
            <a:r>
              <a:rPr lang="en-US" sz="5700" b="1" kern="0" spc="-8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如果換一套模型， 會是什麼樣子？</a:t>
            </a:r>
            <a:endParaRPr lang="en-US" sz="5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OPENFGA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怎麼運作權限？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24950" y="2470993"/>
            <a:ext cx="19050" cy="6575822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470993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Tuple：關係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47750" y="3175843"/>
            <a:ext cx="829818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(user, relation, object)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3663404"/>
            <a:ext cx="7543800" cy="1163836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72954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user:alice, member, group:ISED-01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95400" y="4292947"/>
            <a:ext cx="77533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group:ISED-01, owner, subnet:10.0.0.0/8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047750" y="5093940"/>
            <a:ext cx="82981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Model：授權定義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47750" y="5798790"/>
            <a:ext cx="7543800" cy="3248025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008340"/>
            <a:ext cx="7274814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3478"/>
              </a:lnSpc>
              <a:buNone/>
            </a:pP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member: [user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subnet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[group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viewer: member from </a:t>
            </a: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</a:t>
            </a:r>
          </a:p>
          <a:p>
            <a:pPr marL="0" indent="0" algn="l">
              <a:lnSpc>
                <a:spcPct val="143478"/>
              </a:lnSpc>
              <a:buNone/>
            </a:pPr>
            <a:r>
              <a:rPr lang="en-US" sz="150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define </a:t>
            </a:r>
            <a:r>
              <a:rPr lang="en-US" sz="150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writer: member from owner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77400" y="2960043"/>
            <a:ext cx="831913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Check：查詢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77400" y="3741093"/>
            <a:ext cx="7789736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check(user, relation, object) → true / false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77400" y="4876354"/>
            <a:ext cx="778973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例如：Alice 可以 writer subnet:10.0.0.0/8 嗎？ 只需要問 OpenFGA 這一個問題： </a:t>
            </a: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check(alice, writer, subnet:10.0.0.0/8)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677400" y="6352729"/>
            <a:ext cx="7789736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這是一次 API 呼叫——OpenFGA 是一個獨立跑的 server，App 打 API 給它，它自己去後面接的資料庫查 tuple、跑 model 邏輯。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677400" y="7871966"/>
            <a:ext cx="77897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API 家族還有 </a:t>
            </a: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 </a:t>
            </a: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／ </a:t>
            </a:r>
            <a:r>
              <a:rPr lang="en-US" sz="1800" b="1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 </a:t>
            </a: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——反過來查「這個人能看哪些物件」或「這個物件誰能看」，後面會用到。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750" y="9351615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9637365"/>
            <a:ext cx="178117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730"/>
              </a:lnSpc>
              <a:buNone/>
            </a:pPr>
            <a:r>
              <a:rPr lang="en-US" sz="24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負責描述「現在是什麼關係」；Model 負責定義「關係如何推導」；Check 負責回答「現在到底有沒有權限」。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模型怎麼驗證正確性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Authorization Model 都應該有對應的測試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72878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聽完前一頁,最直接的疑慮是:改一條 model 規則,會不會不小心開放不該開的權限?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11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3109168"/>
            <a:ext cx="19050" cy="6473726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490168"/>
            <a:ext cx="1294656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" y="3585418"/>
            <a:ext cx="100890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講者做法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225379"/>
            <a:ext cx="7543800" cy="2594074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1" name="Text 9"/>
          <p:cNvSpPr/>
          <p:nvPr/>
        </p:nvSpPr>
        <p:spPr>
          <a:xfrm>
            <a:off x="1314450" y="4453979"/>
            <a:ext cx="7236714" cy="21749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fga model test --tests test-model.fga.yaml Test Summary Tests 8/8 passing Checks 42/42 passing ListUsers 1/1 passing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47750" y="7009954"/>
            <a:ext cx="82981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571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定義測試案例(check、ListUsers 等),驗證 model 行為符合預期。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77400" y="3490168"/>
            <a:ext cx="7562850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9848850" y="3575893"/>
            <a:ext cx="744683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如果套用到我們的環境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77400" y="4244429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我們用 GitLab——這類測試可以整合進 GitLab CI：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677400" y="4930229"/>
            <a:ext cx="1516559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17" name="Text 15"/>
          <p:cNvSpPr/>
          <p:nvPr/>
        </p:nvSpPr>
        <p:spPr>
          <a:xfrm>
            <a:off x="9848850" y="5006429"/>
            <a:ext cx="1249859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修改 Model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77400" y="5426422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77400" y="5740747"/>
            <a:ext cx="594420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0" name="Text 18"/>
          <p:cNvSpPr/>
          <p:nvPr/>
        </p:nvSpPr>
        <p:spPr>
          <a:xfrm>
            <a:off x="9848850" y="5816947"/>
            <a:ext cx="32772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677400" y="6236940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77400" y="6551265"/>
            <a:ext cx="1474738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3" name="Text 21"/>
          <p:cNvSpPr/>
          <p:nvPr/>
        </p:nvSpPr>
        <p:spPr>
          <a:xfrm>
            <a:off x="9848850" y="6627465"/>
            <a:ext cx="120803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 CI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677400" y="7047458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677400" y="7361783"/>
            <a:ext cx="3486745" cy="477143"/>
          </a:xfrm>
          <a:prstGeom prst="rect">
            <a:avLst/>
          </a:prstGeom>
          <a:solidFill>
            <a:srgbClr val="EAE7E7"/>
          </a:solidFill>
          <a:ln/>
        </p:spPr>
      </p:sp>
      <p:sp>
        <p:nvSpPr>
          <p:cNvPr id="26" name="Text 24"/>
          <p:cNvSpPr/>
          <p:nvPr/>
        </p:nvSpPr>
        <p:spPr>
          <a:xfrm>
            <a:off x="9848850" y="7437983"/>
            <a:ext cx="3248448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dirty="0">
                <a:solidFill>
                  <a:srgbClr val="201E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 Model Tests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677400" y="7857976"/>
            <a:ext cx="171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783"/>
              </a:lnSpc>
              <a:buNone/>
            </a:pPr>
            <a:r>
              <a:rPr lang="en-US" sz="15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77400" y="8172301"/>
            <a:ext cx="1726257" cy="47714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9" name="Text 27"/>
          <p:cNvSpPr/>
          <p:nvPr/>
        </p:nvSpPr>
        <p:spPr>
          <a:xfrm>
            <a:off x="9848850" y="8248501"/>
            <a:ext cx="145955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64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/ FAIL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77400" y="8878044"/>
            <a:ext cx="756285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77400" y="9125694"/>
            <a:ext cx="778973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測試沒過就擋下來，不讓未驗證的授權規則直接 Merge。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31623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值得研究的方向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3745111"/>
            <a:ext cx="1781175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200" b="1" kern="0" spc="-6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如果套用 OpenFGA，</a:t>
            </a:r>
            <a:r>
              <a:rPr lang="en-US" sz="4200" b="1" kern="0" spc="-63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有兩個技術面向</a:t>
            </a:r>
            <a:r>
              <a:rPr lang="en-US" sz="4200" b="1" kern="0" spc="-63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值得驗證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047750" y="4819501"/>
            <a:ext cx="16678275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 </a:t>
            </a: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——現在授權判斷的 SQL 邏輯分散在多個地方，光是查一次權限就有 27 段判斷邏輯要拼，這些能不能收斂到 OpenFGA 的 Relationship Model 中集中管理；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6162526"/>
            <a:ext cx="16678275" cy="1190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一個是</a:t>
            </a: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 </a:t>
            </a: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——「誰能存取這個資源」現在得手刻 SQL 兜出來，容易漏掉授權路徑，也不容易覆核，能不能透過 OpenFGA 的 ListUsers／ListObjects 直接完成。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維護成本：permissionSQLProvider，27 個 SQL 片段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470993"/>
            <a:ext cx="5198269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8725" y="2566243"/>
            <a:ext cx="4992267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現況（示意）：查一次權限要 UNION 多條路徑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206204"/>
            <a:ext cx="16192500" cy="3223022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3415754"/>
            <a:ext cx="16106775" cy="2842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864"/>
              </a:lnSpc>
              <a:buNone/>
            </a:pP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1 FROM groups_user gu JOIN ip_address ip ON ip.group_id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gu.user_id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FROM groups_user gu JOIN groups_subnet gs ON gs.group_id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 s ON s.id = gs.subnet_id WHERE gu.user_id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FROM groups_user gu JOIN groups_section gsec ON gsec.group_id = gu.group_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sec ON sec.id = gsec.section_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gu.user_id = :uid AND sec.org_code = :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orgCode </a:t>
            </a:r>
          </a:p>
          <a:p>
            <a:pPr marL="0" indent="0" algn="l">
              <a:lnSpc>
                <a:spcPct val="133864"/>
              </a:lnSpc>
              <a:buNone/>
            </a:pP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</a:t>
            </a:r>
            <a:r>
              <a:rPr lang="en-US" sz="1425" dirty="0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</a:t>
            </a:r>
            <a:r>
              <a:rPr lang="en-US" sz="1425">
                <a:solidFill>
                  <a:srgbClr val="F8F4F4"/>
                </a:solidFill>
                <a:highlight>
                  <a:srgbClr val="2D2B2B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...代理鏈 等其他授權路徑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47750" y="6695926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6943576"/>
            <a:ext cx="1885801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1" name="Text 9"/>
          <p:cNvSpPr/>
          <p:nvPr/>
        </p:nvSpPr>
        <p:spPr>
          <a:xfrm>
            <a:off x="1219200" y="7029301"/>
            <a:ext cx="161910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7750" y="7659737"/>
            <a:ext cx="166782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Check(user:alice, can_write, ip_address:10.0.0.5) → true / false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47750" y="8697962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如果這</a:t>
            </a:r>
            <a:r>
              <a:rPr lang="zh-TW" altLang="en-US" sz="225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些</a:t>
            </a:r>
            <a:r>
              <a:rPr lang="en-US" sz="225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授權路徑都能用 </a:t>
            </a: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Model 表達，就可以把授權關係集中到 Model，由 OpenFGA 負責推導，Application 端只需要統一呼叫 Check()。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47750" y="970761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如果成立，程式碼端就能從「多條 SQL + UNION + 自己判斷」變成「一次 Check()」。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技術觀察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反向查詢與授權粒度：現在的設計取捨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兩件事背後其實是同一個原因：目前授權主要以 group 為基本單位，這也決定了我們現在的授權粒度。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89961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24950" y="2918668"/>
            <a:ext cx="19050" cy="6606332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4196804"/>
            <a:ext cx="7467600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" y="4292054"/>
            <a:ext cx="7329678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5046315"/>
            <a:ext cx="82143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5770215"/>
            <a:ext cx="7691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稽核要求列出「這個 subnet 現在誰有存取權」——需要手刻 SQL、串接多條授權路徑，查詢與覆核成本較高。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6989415"/>
            <a:ext cx="82143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47750" y="7713315"/>
            <a:ext cx="7691628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如果只想授權給單一使用者，目前通常需要建立一個只有他的 group。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753600" y="3337173"/>
            <a:ext cx="7486650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15" name="Text 13"/>
          <p:cNvSpPr/>
          <p:nvPr/>
        </p:nvSpPr>
        <p:spPr>
          <a:xfrm>
            <a:off x="9925050" y="3422898"/>
            <a:ext cx="73683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ReBAC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53600" y="4167634"/>
            <a:ext cx="823531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反向查詢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753600" y="4891534"/>
            <a:ext cx="771125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ListUsers(object: subnet:10.0.0.0/24, relation: writer) → 回傳具有 writer 關係的 users / groups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753600" y="5724971"/>
            <a:ext cx="771125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ListObjects(user: alice, relation: writer, type: subnet) → 列出 alice 可以寫入的所有 subnet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753600" y="6767959"/>
            <a:ext cx="823531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授權粒度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753600" y="7491859"/>
            <a:ext cx="7711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可以同時支援：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753600" y="8082409"/>
            <a:ext cx="82353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Subnet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753600" y="8527703"/>
            <a:ext cx="82353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621"/>
              </a:lnSpc>
              <a:buNone/>
            </a:pPr>
            <a:r>
              <a:rPr lang="en-US" sz="1875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→ Group → Subnet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753600" y="9030146"/>
            <a:ext cx="77112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1176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單人授權不一定需要再建立一個只有自己的 group。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AI 工具能幫上忙嗎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 AI 工具要協助設計更複雜的 Authorization Model？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047750" y="2204293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如果未來 IPAM 的 Authorization Model 越來越複雜，AI 工具能不能協助我們設計、理解與 review 授權規則？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3090118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375868"/>
            <a:ext cx="3971627" cy="544711"/>
          </a:xfrm>
          <a:prstGeom prst="rect">
            <a:avLst/>
          </a:prstGeom>
          <a:ln w="9525">
            <a:solidFill>
              <a:srgbClr val="EC30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8725" y="3471118"/>
            <a:ext cx="372882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官方提供的 MCP Server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072979"/>
            <a:ext cx="16192500" cy="61436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10" name="Text 8"/>
          <p:cNvSpPr/>
          <p:nvPr/>
        </p:nvSpPr>
        <p:spPr>
          <a:xfrm>
            <a:off x="1276350" y="4244429"/>
            <a:ext cx="1622107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545"/>
              </a:lnSpc>
              <a:buNone/>
            </a:pPr>
            <a:r>
              <a:rPr lang="en-US" sz="142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--transport http openfga-mcp https://mcp.openfga.dev/mcp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848097" y="6093619"/>
            <a:ext cx="439236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7854" y="6572696"/>
            <a:ext cx="4112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types a prompt in Coding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74159" y="6454527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393606" y="6265069"/>
            <a:ext cx="439236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393606" y="6744146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modeling knowledge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8097" y="7601396"/>
            <a:ext cx="439236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48097" y="8080474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generates／revises the DSL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74159" y="7790855"/>
            <a:ext cx="3619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765"/>
              </a:lnSpc>
              <a:buNone/>
            </a:pPr>
            <a:r>
              <a:rPr lang="en-US" sz="225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393606" y="7601396"/>
            <a:ext cx="4392364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393606" y="8080474"/>
            <a:ext cx="439236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8571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OpenFGA CLI validates the model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19717" y="4992142"/>
            <a:ext cx="19050" cy="4532858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72167" y="5379244"/>
            <a:ext cx="6568083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23" name="Text 21"/>
          <p:cNvSpPr/>
          <p:nvPr/>
        </p:nvSpPr>
        <p:spPr>
          <a:xfrm>
            <a:off x="10843617" y="5464969"/>
            <a:ext cx="642222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實際例子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72167" y="6057305"/>
            <a:ext cx="72248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Developer："Use OpenFGA-mcp tool to help improve the model"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72167" y="6563916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6" name="Text 24"/>
          <p:cNvSpPr/>
          <p:nvPr/>
        </p:nvSpPr>
        <p:spPr>
          <a:xfrm>
            <a:off x="10843617" y="6697266"/>
            <a:ext cx="3235256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684"/>
              </a:lnSpc>
              <a:buNone/>
            </a:pPr>
            <a:r>
              <a:rPr lang="en-US" sz="1275" dirty="0">
                <a:solidFill>
                  <a:srgbClr val="F8F4F4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原本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10843617" y="7052965"/>
            <a:ext cx="23111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8684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3956209" y="6563916"/>
            <a:ext cx="3284041" cy="1095673"/>
          </a:xfrm>
          <a:prstGeom prst="rect">
            <a:avLst/>
          </a:prstGeom>
          <a:solidFill>
            <a:srgbClr val="2D2B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3956209" y="6563916"/>
            <a:ext cx="19050" cy="1095673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0" name="Text 28"/>
          <p:cNvSpPr/>
          <p:nvPr/>
        </p:nvSpPr>
        <p:spPr>
          <a:xfrm>
            <a:off x="14146709" y="6697266"/>
            <a:ext cx="3214301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684"/>
              </a:lnSpc>
              <a:buNone/>
            </a:pPr>
            <a:r>
              <a:rPr lang="en-US" sz="1275" dirty="0">
                <a:solidFill>
                  <a:srgbClr val="EC3013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改善後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146709" y="7052965"/>
            <a:ext cx="2602706" cy="469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8684"/>
              </a:lnSpc>
              <a:buNone/>
            </a:pPr>
            <a:r>
              <a:rPr lang="en-US" sz="1275" dirty="0">
                <a:solidFill>
                  <a:srgbClr val="F8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can_edit: editor or delegate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0672167" y="7811988"/>
            <a:ext cx="7224891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dirty="0">
                <a:solidFill>
                  <a:srgbClr val="60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App：Check(user, "can_edit", document) —— 完全不變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72167" y="8280499"/>
            <a:ext cx="67651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直接建議了這個改法，不用自己查文件</a:t>
            </a:r>
            <a:r>
              <a:rPr lang="en-US" sz="2250" b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、想寫法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952500"/>
            <a:ext cx="1781175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b="1" kern="0" spc="144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47750" y="1459111"/>
            <a:ext cx="178117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067"/>
              </a:lnSpc>
              <a:buNone/>
            </a:pPr>
            <a:r>
              <a:rPr lang="en-US" sz="3900" b="1" kern="0" spc="-58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值得記住的觀察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6994327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4392216"/>
            <a:ext cx="16192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4754166"/>
            <a:ext cx="1275606" cy="525661"/>
          </a:xfrm>
          <a:prstGeom prst="rect">
            <a:avLst/>
          </a:prstGeom>
          <a:solidFill>
            <a:srgbClr val="FFF2EF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4839891"/>
            <a:ext cx="100890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sz="1800" kern="0" spc="36" dirty="0">
                <a:solidFill>
                  <a:srgbClr val="7C14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授權模型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7750" y="5432227"/>
            <a:ext cx="16678275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ReBAC 提供了另一種表達授權關係的方式。資料驅動、可以反向查詢，授權粒度也可以細到單一 resource，這跟我們目前以 group 為基本單位的設計，是不同的思路。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047750" y="8934450"/>
            <a:ext cx="178117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778"/>
              </a:lnSpc>
              <a:buNone/>
            </a:pPr>
            <a:r>
              <a:rPr lang="en-US" sz="300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謝謝大家！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1343</Words>
  <Application>Microsoft Office PowerPoint</Application>
  <PresentationFormat>自訂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</cp:revision>
  <dcterms:created xsi:type="dcterms:W3CDTF">2026-08-13T13:27:20Z</dcterms:created>
  <dcterms:modified xsi:type="dcterms:W3CDTF">2026-08-13T13:43:23Z</dcterms:modified>
</cp:coreProperties>
</file>