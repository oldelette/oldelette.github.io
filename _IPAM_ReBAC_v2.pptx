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開場：這不是一個已經決定要做的專案，是去聽了 DevOps Day 2026 的 ReBAC/OpenFGA workshop 之後，回頭反思我們 IPAM 系統的一次分享。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五個部分：先看IPAM現況，再介紹OpenFGA怎麼運作，接著看套用在IPAM上可能改善什麼，示範DSL怎麼寫，最後誠實談還沒有答案的問題。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認證只回答這個人是誰。授權分兩層：Layer1 API入口控制是 scope-based，Layer2 資源列表過濾是 group-based row-level security，另外還有 admin bypass 略過檢查。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轉場：聽完研討會，如果把這套概念套進 IPAM，會怎樣？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三個概念：tuple 存關係，model 定義 relation 怎麼組合，check() 一次查詢就得到 true/false。用 IPAM 相關的例子示範。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核心觀察：OpenFGA 值得研究的方向，是解決 IPAM 授權的 SQL 複雜度與擴展性問題，尤其是 permissionSQLProvider 的 27 個 SQL 片段跟 GroupRepository 職責這兩個痛點。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permissionSQLProvider 裡有27個SQL片段，要UNION多條路徑才能拼出一次查詢，分散難以維護。如果用ReBAC，這些路徑收斂成一個check()呼叫。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現在無法直接查出這個subnet誰有存取權限,要手刻反查SQL。ReBAC有ListUsers/ListObjects可以直接反查,不用自己拼反向SQL。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另外兩點比較次要，簡短提一下就好：admin bypass分散、最小授權單位卡在group。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關鍵一行DSL：owner同時允許user跟group#member。兩種授權方式並存，部門授權跟個人直接授權都可以，引擎同時檢查兩條路徑。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這是假設性的思考，不是我們已經決定的取捨。group對一對多情境仍是最自然的表達，ReBAC只是多了一個選項。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核心觀察：這只是初步反思，OpenFGA尚未在系統上導入。還有很多待評估的問題：怎麼漸進導入、SQLProvider怎麼retire、時程跟人力都還沒有答案。歡迎討論，Q&amp;A。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52500"/>
            <a:ext cx="724942" cy="23857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81075"/>
            <a:ext cx="610642" cy="21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研討會反思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925092" y="952500"/>
            <a:ext cx="586680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867" y="990600"/>
            <a:ext cx="45333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2664172" y="952500"/>
            <a:ext cx="743545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8947" y="990600"/>
            <a:ext cx="610195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704481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從一場研討會，回頭看 IPAM 的權限設計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5287714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2026 ReBAC × OpenFGA 工作坊，一次系統反思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39175"/>
            <a:ext cx="142255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去聽了 DevOps Day 2026 的 ReBAC/OpenFGA workshop，回來想跟大家分享：如果把這個概念套進我們的 IPAM 系統，會看到什麼。OpenFGA 目前還沒有導入，這只是初步反思。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017329" y="8705850"/>
            <a:ext cx="1383313" cy="3923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分鐘分享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今天講什麼？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2943"/>
            <a:ext cx="320611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3672929"/>
            <a:ext cx="32061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現況速覽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4230142"/>
            <a:ext cx="32061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05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910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1050" y="3672929"/>
            <a:ext cx="28708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591050" y="4230142"/>
            <a:ext cx="268814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tuple、model、check() 三個概念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4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295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829550" y="3672929"/>
            <a:ext cx="268814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套用在 IPAM，可能改善什麼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829550" y="4673054"/>
            <a:ext cx="28708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本場核心，兩個主要痛點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982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680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1068050" y="3672929"/>
            <a:ext cx="28708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 示範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068050" y="4230142"/>
            <a:ext cx="28708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規則實際怎麼寫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06550" y="2832943"/>
            <a:ext cx="322707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4306550" y="3672929"/>
            <a:ext cx="322707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取捨與待評估的問題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306550" y="4230142"/>
            <a:ext cx="32270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還沒有答案的部分 +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現況速覽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293"/>
            <a:ext cx="156972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認證只回答「這個人是誰」——User 走 TSSO JWT + Token Exchange，Service Account 走 Client Credentials。授權才是今天的重點：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51874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3537793"/>
            <a:ext cx="19050" cy="519618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928318"/>
            <a:ext cx="537418" cy="21952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56893"/>
            <a:ext cx="42311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4376440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入口控制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515749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Scope-based：JWT 內嵌 scope（如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ip-address:read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），決定你能呼叫哪些 API。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677400" y="3928318"/>
            <a:ext cx="542181" cy="21952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9772650" y="3956893"/>
            <a:ext cx="42788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9677400" y="4376440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資源列表過濾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5157490"/>
            <a:ext cx="77897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 Row-level Security：User ↔ groups ↔ subnet／IP，多對多關係鏈，決定這個人能不能動這一個具體資源。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33979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9172129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525" y="9210229"/>
            <a:ext cx="290066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另外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699766" y="9019729"/>
            <a:ext cx="107702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還有 Admin Bypass：持有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ip:admin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這類 scope 的人，會略過上面的檢查。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55864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研討會啟發的問題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638675"/>
            <a:ext cx="1667827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92"/>
              </a:lnSpc>
              <a:buNone/>
            </a:pPr>
            <a:r>
              <a:rPr lang="en-US" sz="5700" b="1" spc="-8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如果換一套模型， 會是什麼樣子？</a:t>
            </a:r>
            <a:endParaRPr lang="en-US" sz="5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OPENFGA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24950" y="2470993"/>
            <a:ext cx="19050" cy="705400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70993"/>
            <a:ext cx="796082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509093"/>
            <a:ext cx="662732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Tuple：關係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47750" y="2861965"/>
            <a:ext cx="82981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(user, relation, object)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3368576"/>
            <a:ext cx="7543800" cy="1279922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3597176"/>
            <a:ext cx="7236714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user:alice, viewer, document:readme group:ISED-08#member, owner, subnet:10.0.0.0/24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4953298"/>
            <a:ext cx="1295549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525" y="4991398"/>
            <a:ext cx="1162199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Model：type definition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047750" y="5344269"/>
            <a:ext cx="7543800" cy="210264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5572869"/>
            <a:ext cx="7236714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ip_address relations define owner: [group] define viewer: owner or viewer from owner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77400" y="3590925"/>
            <a:ext cx="7562850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6" name="Text 14"/>
          <p:cNvSpPr/>
          <p:nvPr/>
        </p:nvSpPr>
        <p:spPr>
          <a:xfrm>
            <a:off x="9772650" y="3619500"/>
            <a:ext cx="759923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Check：一次查詢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677400" y="4039046"/>
            <a:ext cx="7789736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relation, object) → true / false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77400" y="5330577"/>
            <a:ext cx="7789736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授權查詢只要呼叫這一行，關係怎麼組合、怎麼查，都由引擎在 model 裡處理，不用自己寫 join。這是一次 API 呼叫——OpenFGA 是一個獨立跑的 server，App 打 API 給它，它自己去後面接的資料庫查 tuple、跑 model 邏輯。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77400" y="7426077"/>
            <a:ext cx="75628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677400" y="7673727"/>
            <a:ext cx="7789736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API 家族還有 </a:t>
            </a:r>
            <a:pPr algn="l" indent="0" marL="0">
              <a:lnSpc>
                <a:spcPct val="137143"/>
              </a:lnSpc>
              <a:buNone/>
            </a:pP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 </a:t>
            </a:r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</a:t>
            </a:r>
            <a:pPr algn="l" indent="0" marL="0">
              <a:lnSpc>
                <a:spcPct val="137143"/>
              </a:lnSpc>
              <a:buNone/>
            </a:pP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 </a:t>
            </a:r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——反過來查「這個人能看哪些物件」或「這個物件誰能看」，後面會用到。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43287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015680"/>
            <a:ext cx="1618773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或許能解決 IPAM 授權的 </a:t>
            </a:r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複雜度與擴展性</a:t>
            </a:r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5882580"/>
            <a:ext cx="16187738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尤其是 </a:t>
            </a:r>
            <a:pPr algn="l" indent="0" marL="0">
              <a:lnSpc>
                <a:spcPct val="13333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permissionSQLProvider 的 27 個 SQL 片段</a:t>
            </a:r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，跟 </a:t>
            </a:r>
            <a:pPr algn="l" indent="0" marL="0">
              <a:lnSpc>
                <a:spcPct val="13333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「誰能存取這個資源」的反向查詢做不到 </a:t>
            </a:r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這兩個痛點。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 — 痛點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permissionSQLProvider：27 個 SQL 片段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242619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509093"/>
            <a:ext cx="229284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現況（示意）：查一次權限要 UNION 多條路徑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900065"/>
            <a:ext cx="16192500" cy="3473648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128665"/>
            <a:ext cx="16068675" cy="3054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1 FROM groups_user gu JOIN ip_address ip ON ip.group_id = gu.group_id WHERE gu.user_id = :uid UNION SELECT 1 FROM groups_user gu JOIN groups_subnet gs ON gs.group_id = gu.group_id JOIN subnet s ON s.id = gs.subnet_id WHERE gu.user_id = :uid UNION SELECT 1 FROM section sec JOIN groups_section gsec ON gsec.section_id = sec.id WHERE sec.org_code = :orgCode AND gsec.group_id = ip.group_id UNION -- ...代理鏈、delegation 再兩條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7750" y="664041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6935688"/>
            <a:ext cx="897731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964263"/>
            <a:ext cx="78343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047750" y="7345710"/>
            <a:ext cx="166782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check(user:alice, can_read, ip_address:10.0.0.5) → true / false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47750" y="8442871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同樣的 8 條授權路徑，交給 model 定義跟引擎處理，程式碼裡只留一個 check() 呼叫。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 — 痛點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反向查詢：誰能存取這個資源？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2495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71043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09143"/>
            <a:ext cx="29006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338215"/>
            <a:ext cx="777011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要回答「subnet 10.0.0.0/24 現在有哪些人可以存取」，得手刻反查 SQL：從 group 找出成員，再加上 section 隱式成員（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user.org_code = section.org_code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）這條路徑，才能拼出完整名單。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7750" y="5357515"/>
            <a:ext cx="777011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稽核時很難一次看全，也難以覆核。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2880568"/>
            <a:ext cx="897731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9772650" y="2909143"/>
            <a:ext cx="78343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3328690"/>
            <a:ext cx="778973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ListUsers(object: subnet:10.0.0.0/24, relation: viewer) → 直接回傳完整名單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77400" y="4248745"/>
            <a:ext cx="778973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ListObjects(user: alice, relation: viewer, type: subnet) → 直接列出 alice 能看的所有 subnet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77400" y="5206901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兩個方向都是原生 API，不用反推 SQL。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其他值得觀察的點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還有兩個比較次要的點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2495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71043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Bypass 分散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3652093"/>
            <a:ext cx="777011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現在分散在 7 處 permission helper。ReBAC 裡可以收斂成 model 裡的一條 relation。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77400" y="2871043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最小授權單位卡在 Group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77400" y="3652093"/>
            <a:ext cx="77897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現在只能授權到 group，不能只針對單一 resource。ReBAC 可以讓直接授權跟群組授權並存。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DSL 示範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規則實際怎麼寫？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80518"/>
            <a:ext cx="851892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09093"/>
            <a:ext cx="737592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關鍵一行 DSL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890540"/>
            <a:ext cx="6858000" cy="2552551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3195340"/>
            <a:ext cx="6377940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subnet relations define owner: [user, group#member] define can_write: owner define can_read: owner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671691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中括號裡列的是這個關係允許的「授權對象型別」——同時允許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group#member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39150" y="2470993"/>
            <a:ext cx="19050" cy="705400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91600" y="2470993"/>
            <a:ext cx="8248650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6375" y="2509093"/>
            <a:ext cx="828656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兩種授權方式並存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8991600" y="2938165"/>
            <a:ext cx="90735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部門授權（原有方式）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991600" y="3457277"/>
            <a:ext cx="907351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subnet:10.0.0.0/8#owner@group:ISED-01#member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991600" y="3917305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部門裡所有人都自動繼承這個權限。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91600" y="4500116"/>
            <a:ext cx="90735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個人直接授權（新增能力）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991600" y="5019229"/>
            <a:ext cx="907351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subnet:10.0.0.0/8#owner@user:alice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991600" y="5479256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直接把權限給某一個人，完全不用經過任何 group。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91600" y="6062067"/>
            <a:ext cx="82486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6309717"/>
            <a:ext cx="907351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Check(alice, can_write, subnet:10.0.0.0/8)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991600" y="6951613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引擎會同時檢查兩條路徑，不用自己在程式碼裡判斷。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取捨（假設性思考）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不是說原本設計錯了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4245322"/>
            <a:ext cx="1618773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部門對 subnet 這種一對多的情境，group 仍然是最自然的表達方式，ReBAC 也還是靠 group 這個概念在運作。差別只在於：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5769322"/>
            <a:ext cx="1618773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現在的架構把「一定要透過 group」變成了唯一選項，ReBAC 把它變成了兩個選項之一——多了直接授權給單一 user 這條路，不用再靠生殼 group 硬湊。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7293322"/>
            <a:ext cx="1618773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以上都是根據研討會內容的推論，我們還沒有實際驗證過導入的效果。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這值得我們評估嗎？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692214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46424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4826198"/>
            <a:ext cx="19050" cy="1753046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835723"/>
            <a:ext cx="618083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864298"/>
            <a:ext cx="50378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核心觀察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5207645"/>
            <a:ext cx="77701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尚未在 IPAM 上導入，這次分享只是聽完研討會後的初步反思——如果套用，最值得期待的是解決 SQL 複雜度跟反向查詢做不到的問題。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4826198"/>
            <a:ext cx="1064568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2175" y="4864298"/>
            <a:ext cx="93121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還沒有答案的問題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5217170"/>
            <a:ext cx="77897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要怎麼漸進導入、permissionSQLProvider 怎麼 retire、需要多少時間跟人力——這些都還沒有評估。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893445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謝謝大家，歡迎討論、有問題儘管問！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2026-08-06T16:22:10Z</dcterms:created>
  <dcterms:modified xsi:type="dcterms:W3CDTF">2026-08-06T16:22:10Z</dcterms:modified>
</cp:coreProperties>
</file>